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A437A-F0B6-27F6-A7BE-850680DE5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364EDA-5270-82DF-E2B1-1FA2EB0F6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9EFF2-8973-0B12-83FF-49EBA6B7B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2FF59-0A8C-BE46-AC2C-B435752FC6C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6A3C3-B661-45C7-3BD0-F4BAA7C67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DEAE0-4992-607F-D13F-3D5ED1FA0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66F3-53E0-7345-96D2-400FD2F92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75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D1EE4-1125-8873-E7B4-77D277F16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D8BEE-E7A9-071B-04D9-622FD97C1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C131C-E4A7-EC49-A97E-40CE70D3A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2FF59-0A8C-BE46-AC2C-B435752FC6C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A0FF0-A0F6-DE77-70C6-374C59B93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78ADE-7AD9-C3C9-D000-BE7D79C8A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66F3-53E0-7345-96D2-400FD2F92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997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E2818-D4E0-85E4-83D7-BD6BCB275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F9091-700C-575B-BEF3-4B88626F0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EA4A8-7BA7-CF68-0AE3-54F9C5F53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2FF59-0A8C-BE46-AC2C-B435752FC6C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04BAA-E71E-7263-2529-29831FB6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56DAB-7AF6-EE64-3287-75D12CD46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66F3-53E0-7345-96D2-400FD2F92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33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B0C3F-89AA-69C0-136E-A24B46749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2D090-9FEA-BFED-6FF7-CA37754E19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581E5-0046-4D86-8749-1152855DD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2DA0E-9AFC-69B1-30C1-5341247DF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2FF59-0A8C-BE46-AC2C-B435752FC6C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C735D-6A0D-C7D1-AC26-63AAC5FC0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D50DA-6D2E-4994-3753-712D5E6CA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66F3-53E0-7345-96D2-400FD2F92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383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8E046-0D70-DDE5-9CE1-7152E0DB7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3EC91-6E32-B0A4-BE4E-33D965DFE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21170-8740-C7E7-C9A1-FBB843555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D0FB51-026C-A763-089B-44611478B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00F570-D493-5B62-0922-7305F71A6D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E0F862-25FC-F52C-75A8-D77A55B51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2FF59-0A8C-BE46-AC2C-B435752FC6C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341AF-516B-E0F5-A32C-CD8FC5F13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367329-BAB2-0268-DF48-193267F88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66F3-53E0-7345-96D2-400FD2F92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40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DBEE5-CBCE-7624-E479-87F7DCA03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960A6C-78D2-3F2A-FF20-7D47E6F3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2FF59-0A8C-BE46-AC2C-B435752FC6C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78507E-1566-3A1B-F4FC-2207DFE97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88EACB-9653-9628-0877-3F7CA574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66F3-53E0-7345-96D2-400FD2F92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76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E71BB3-6513-BFD0-CECA-F5A7DAD41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2FF59-0A8C-BE46-AC2C-B435752FC6C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A03E90-F10F-CAD6-F909-EF57BF18D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92207-C5EB-7715-D674-581938101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66F3-53E0-7345-96D2-400FD2F92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112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6FA21-6CAD-7188-1A69-E48B4A5A2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A8CFE-C864-6F04-F876-059C47089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385A6-5FCE-8ECA-CBFE-1D732F8C8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29133-C363-C7A5-4884-55FB36DCF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2FF59-0A8C-BE46-AC2C-B435752FC6C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61ABB-15E9-5164-61E9-632BC2D68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55B75-8422-6828-01D7-FE8E7B0E0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66F3-53E0-7345-96D2-400FD2F92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91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45F2C-1F9F-C6AA-BE42-2B5B0038E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C117F8-DE6B-D864-55AA-144542215F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D9E44-6528-FA53-73CA-70518E5E6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CA926-AC34-3423-3DB0-4D97BAF06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2FF59-0A8C-BE46-AC2C-B435752FC6C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B2EEF-B60F-C718-8E35-DD5CA500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979D35-4CC2-EEE1-1C4C-1C5A00C8B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66F3-53E0-7345-96D2-400FD2F92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043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E43FF-84FB-35F8-360D-74506CC54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E89AF-926B-08C8-8C24-F7DA335BB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E5F6F-E74A-9353-18F9-E35C410F3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2FF59-0A8C-BE46-AC2C-B435752FC6C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604BD-CB6D-6DBF-22DC-DAE6A338D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3C292-08D1-56F6-7416-5338D7A37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66F3-53E0-7345-96D2-400FD2F92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19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471707-CDA3-D3EC-6EA9-A625C32E16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0EE4C-D530-9E85-406F-ED16BDA5E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77405-4D16-D8EE-4C43-96113EAB6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2FF59-0A8C-BE46-AC2C-B435752FC6C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03C93-2901-3C6E-1984-A6BA071E9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CEEEB-6F32-4422-3C40-6236E113D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66F3-53E0-7345-96D2-400FD2F92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7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0FCE47-3116-BE45-B571-887022806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2E1DC-15BA-69D7-3AC8-08B5047AE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FCA57-CD41-9759-4B1B-28DE970FEC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32FF59-0A8C-BE46-AC2C-B435752FC6C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F476A-238E-8697-7E19-E944D1924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DBFD4-A7B2-77DC-3BAA-0D430CD569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C66F3-53E0-7345-96D2-400FD2F92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823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27220E-0575-BC9F-4DF0-41B065397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72324" cy="673443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C677640-AC2E-1ABA-F06A-FDAF2484325F}"/>
              </a:ext>
            </a:extLst>
          </p:cNvPr>
          <p:cNvSpPr/>
          <p:nvPr/>
        </p:nvSpPr>
        <p:spPr>
          <a:xfrm>
            <a:off x="7179275" y="4609070"/>
            <a:ext cx="2236573" cy="5684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82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52A0BE-43BA-D3B5-34AD-15F0620FB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91" y="1199073"/>
            <a:ext cx="10557195" cy="407726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C72ED17-B473-68A0-C738-9FA90F6CA2E6}"/>
              </a:ext>
            </a:extLst>
          </p:cNvPr>
          <p:cNvSpPr/>
          <p:nvPr/>
        </p:nvSpPr>
        <p:spPr>
          <a:xfrm>
            <a:off x="8439665" y="2137719"/>
            <a:ext cx="2286000" cy="21006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33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75eb9d1-7479-4f8a-9240-cc5b19dbbc64}" enabled="1" method="Standard" siteId="{d1b36e95-0d50-42e9-958f-b63fa906bea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Matzke</dc:creator>
  <cp:lastModifiedBy>Nicholas Matzke</cp:lastModifiedBy>
  <cp:revision>1</cp:revision>
  <dcterms:created xsi:type="dcterms:W3CDTF">2026-09-30T23:34:32Z</dcterms:created>
  <dcterms:modified xsi:type="dcterms:W3CDTF">2026-10-01T00:21:18Z</dcterms:modified>
</cp:coreProperties>
</file>